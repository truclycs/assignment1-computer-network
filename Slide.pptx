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8" r:id="rId2"/>
    <p:sldId id="257" r:id="rId3"/>
    <p:sldId id="256" r:id="rId4"/>
    <p:sldId id="259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0" autoAdjust="0"/>
    <p:restoredTop sz="94660"/>
  </p:normalViewPr>
  <p:slideViewPr>
    <p:cSldViewPr>
      <p:cViewPr varScale="1">
        <p:scale>
          <a:sx n="68" d="100"/>
          <a:sy n="68" d="100"/>
        </p:scale>
        <p:origin x="1518" y="60"/>
      </p:cViewPr>
      <p:guideLst>
        <p:guide orient="horz" pos="2160"/>
        <p:guide pos="2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83C11-D9FD-46DD-9CEE-BA970472198A}" type="datetimeFigureOut">
              <a:rPr lang="en-US" smtClean="0"/>
              <a:t>11/6/2019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155F6-0326-45AA-8CCF-FE20D15F65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BAB6-61A3-449D-9EEE-93AAC516235A}" type="datetimeFigureOut">
              <a:rPr lang="en-US" smtClean="0">
                <a:solidFill>
                  <a:srgbClr val="DFDCB7"/>
                </a:solidFill>
              </a:rPr>
              <a:t>11/6/2019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227FBAB6-61A3-449D-9EEE-93AAC516235A}" type="datetimeFigureOut">
              <a:rPr lang="en-US" smtClean="0"/>
              <a:t>11/6/2019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D5A15C2F-4836-49C8-BE0A-D0B9C0391F0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%20https:/tinyurl.com/y3833ru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b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ĐẠI HỌC QUỐC GIA THÀNH PHỐ HỒ CHÍ MINH</a:t>
            </a:r>
            <a:b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ĐẠI HỌC BÁCH KHOA</a:t>
            </a:r>
            <a:b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KHOA KHOA HỌC VÀ KỸ THUẬT MÁY TÍNH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553" y="1996164"/>
            <a:ext cx="1524647" cy="1539792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0" y="2766060"/>
            <a:ext cx="9144000" cy="2922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2000" b="1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" altLang="en-US" sz="2000" b="1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BÁO CÁO BÀI TẬP LỚN SỐ 1 </a:t>
            </a:r>
            <a:endParaRPr lang="en-US" b="1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en-US" sz="30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      </a:t>
            </a:r>
            <a:r>
              <a:rPr lang="en-US" altLang="en-US" sz="32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MẠNG MÁY TÍNH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		</a:t>
            </a:r>
          </a:p>
          <a:p>
            <a:pPr algn="ctr"/>
            <a:r>
              <a:rPr lang="" altLang="en-US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GVHD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B</a:t>
            </a:r>
            <a:r>
              <a:rPr lang="" altLang="en-US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ÙI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XUÂN GIANG</a:t>
            </a:r>
          </a:p>
          <a:p>
            <a:pPr algn="ctr"/>
            <a:endParaRPr lang="en-US" sz="120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120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160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9200" y="762000"/>
            <a:ext cx="6477000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</a:rPr>
              <a:t>Thành viên nhóm:</a:t>
            </a:r>
          </a:p>
          <a:p>
            <a:endParaRPr lang="en-US" sz="2600" b="1" i="1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ea typeface="Tahoma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6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  <a:sym typeface="+mn-ea"/>
              </a:rPr>
              <a:t>Nguyễn Đăng Hà Nam		1710195</a:t>
            </a:r>
            <a:endParaRPr lang="en-US" sz="260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ea typeface="Tahoma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6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</a:rPr>
              <a:t>Nguyễn Thị Trúc Ly		1710187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en-US" sz="26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</a:rPr>
              <a:t>Trần Hồ Minh Thông </a:t>
            </a:r>
            <a:r>
              <a:rPr lang="en-US" sz="26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</a:rPr>
              <a:t>		171</a:t>
            </a:r>
            <a:r>
              <a:rPr lang="en-US" altLang="en-US" sz="26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Tahoma" pitchFamily="34" charset="0"/>
                <a:cs typeface="Segoe UI" panose="020B0502040204020203" pitchFamily="34" charset="0"/>
              </a:rPr>
              <a:t>0314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435" y="4448175"/>
            <a:ext cx="2400300" cy="24003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/>
              <a:t>NỘI DUNG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altLang="en-US"/>
              <a:t>1. Giới thiệu ứng dụng</a:t>
            </a:r>
          </a:p>
          <a:p>
            <a:pPr marL="0" indent="0">
              <a:buNone/>
            </a:pPr>
            <a:r>
              <a:rPr lang="" altLang="en-US"/>
              <a:t>2. Thiết kế ứng dụng </a:t>
            </a:r>
          </a:p>
          <a:p>
            <a:pPr marL="0" indent="0">
              <a:buNone/>
            </a:pPr>
            <a:r>
              <a:rPr lang="" altLang="en-US"/>
              <a:t>3. Demo </a:t>
            </a:r>
          </a:p>
          <a:p>
            <a:pPr marL="0" indent="0">
              <a:buNone/>
            </a:pPr>
            <a:r>
              <a:rPr lang="" altLang="en-US"/>
              <a:t>4. Đánh giá kết quả hiện thực </a:t>
            </a:r>
          </a:p>
          <a:p>
            <a:pPr marL="0" indent="0">
              <a:buNone/>
            </a:pPr>
            <a:r>
              <a:rPr lang="" altLang="en-US"/>
              <a:t>5. Tài liệu tham khảo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920" y="365125"/>
            <a:ext cx="7886700" cy="1232535"/>
          </a:xfrm>
        </p:spPr>
        <p:txBody>
          <a:bodyPr/>
          <a:lstStyle/>
          <a:p>
            <a:pPr algn="l"/>
            <a:r>
              <a:rPr lang="" altLang="en-US"/>
              <a:t>1. Giới thiệu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altLang="en-US"/>
              <a:t>1.1 Đăng nhập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" altLang="en-US"/>
              <a:t>1.2. Đăng ký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920" y="3157220"/>
            <a:ext cx="3868420" cy="237998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29150" y="3115310"/>
            <a:ext cx="3887470" cy="2463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920" y="365125"/>
            <a:ext cx="7886700" cy="1232535"/>
          </a:xfrm>
        </p:spPr>
        <p:txBody>
          <a:bodyPr/>
          <a:lstStyle/>
          <a:p>
            <a:pPr algn="l"/>
            <a:r>
              <a:rPr lang="en-US" altLang="en-US"/>
              <a:t>1. Giới thiệu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60981" y="1082993"/>
            <a:ext cx="3868340" cy="823912"/>
          </a:xfrm>
        </p:spPr>
        <p:txBody>
          <a:bodyPr/>
          <a:lstStyle/>
          <a:p>
            <a:r>
              <a:rPr lang="" altLang="en-US"/>
              <a:t>1.3. Gửi tin nhắn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30985" y="1906905"/>
            <a:ext cx="6320155" cy="4220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920" y="365125"/>
            <a:ext cx="7886700" cy="1232535"/>
          </a:xfrm>
        </p:spPr>
        <p:txBody>
          <a:bodyPr/>
          <a:lstStyle/>
          <a:p>
            <a:pPr algn="l"/>
            <a:r>
              <a:rPr lang="en-US" altLang="en-US"/>
              <a:t>1. Giới thiệu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60981" y="1082993"/>
            <a:ext cx="3868340" cy="823912"/>
          </a:xfrm>
        </p:spPr>
        <p:txBody>
          <a:bodyPr/>
          <a:lstStyle/>
          <a:p>
            <a:r>
              <a:rPr lang="en-US" altLang="en-US"/>
              <a:t>1.</a:t>
            </a:r>
            <a:r>
              <a:rPr lang="" altLang="en-US"/>
              <a:t>4</a:t>
            </a:r>
            <a:r>
              <a:rPr lang="en-US" altLang="en-US"/>
              <a:t>. Gửi </a:t>
            </a:r>
            <a:r>
              <a:rPr lang="" altLang="en-US"/>
              <a:t>tập tin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90725" y="1906905"/>
            <a:ext cx="5162550" cy="4202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920" y="365125"/>
            <a:ext cx="7886700" cy="1232535"/>
          </a:xfrm>
        </p:spPr>
        <p:txBody>
          <a:bodyPr/>
          <a:lstStyle/>
          <a:p>
            <a:pPr algn="l"/>
            <a:r>
              <a:rPr lang="en-US" altLang="en-US"/>
              <a:t>1. Giới thiệu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60981" y="1082993"/>
            <a:ext cx="3868340" cy="823912"/>
          </a:xfrm>
        </p:spPr>
        <p:txBody>
          <a:bodyPr/>
          <a:lstStyle/>
          <a:p>
            <a:r>
              <a:rPr lang="en-US" altLang="en-US"/>
              <a:t>1.</a:t>
            </a:r>
            <a:r>
              <a:rPr lang="" altLang="en-US"/>
              <a:t>5. Trò chuyện nhóm </a:t>
            </a:r>
            <a:r>
              <a:rPr lang="en-US" altLang="en-US"/>
              <a:t>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05660" y="2013585"/>
            <a:ext cx="5337175" cy="4326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2. Thiết kế ứng dụng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altLang="en-US" sz="2000" b="1"/>
              <a:t>2</a:t>
            </a:r>
            <a:r>
              <a:rPr lang="en-US" sz="2000" b="1"/>
              <a:t>.1.  N</a:t>
            </a:r>
            <a:r>
              <a:rPr lang="" altLang="en-US" sz="2000" b="1"/>
              <a:t>ề</a:t>
            </a:r>
            <a:r>
              <a:rPr lang="en-US" sz="2000" b="1"/>
              <a:t>n tảng công nghệ:</a:t>
            </a:r>
            <a:endParaRPr lang="en-US" sz="2000"/>
          </a:p>
          <a:p>
            <a:pPr marL="0" indent="0">
              <a:buNone/>
            </a:pPr>
            <a:r>
              <a:rPr lang="" altLang="en-US" sz="2000"/>
              <a:t>	- </a:t>
            </a:r>
            <a:r>
              <a:rPr lang="en-US" sz="2000"/>
              <a:t>Thư viện java.io hỗ trợ tạo, điều khiển và đóng socket, server socket.</a:t>
            </a:r>
          </a:p>
          <a:p>
            <a:pPr marL="0" indent="0">
              <a:buNone/>
            </a:pPr>
            <a:r>
              <a:rPr lang="" altLang="en-US" sz="2000"/>
              <a:t>	- </a:t>
            </a:r>
            <a:r>
              <a:rPr lang="en-US" sz="2000"/>
              <a:t>Thư viện java.swing và java.awt hỗ trợ tạo, định dạng và xử lý sự kiện cho các đối tượng giao diện.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" altLang="en-US" sz="2000" b="1"/>
              <a:t>2</a:t>
            </a:r>
            <a:r>
              <a:rPr lang="en-US" sz="2000" b="1"/>
              <a:t>.2. Các mô h</a:t>
            </a:r>
            <a:r>
              <a:rPr lang="" altLang="en-US" sz="2000" b="1"/>
              <a:t>ìn</a:t>
            </a:r>
            <a:r>
              <a:rPr lang="en-US" sz="2000" b="1"/>
              <a:t>h mạng máy t</a:t>
            </a:r>
            <a:r>
              <a:rPr lang="" altLang="en-US" sz="2000" b="1"/>
              <a:t>ính:</a:t>
            </a:r>
          </a:p>
          <a:p>
            <a:pPr marL="0" indent="0">
              <a:buNone/>
            </a:pPr>
            <a:r>
              <a:rPr lang="" altLang="en-US" sz="2000"/>
              <a:t>	- Server - Client</a:t>
            </a:r>
          </a:p>
          <a:p>
            <a:pPr marL="0" indent="0">
              <a:buNone/>
            </a:pPr>
            <a:r>
              <a:rPr lang="" altLang="en-US" sz="2000"/>
              <a:t>	- Peer - to - Peer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2. Thiết kế ứng dụng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60651" y="1200468"/>
            <a:ext cx="3868340" cy="823912"/>
          </a:xfrm>
        </p:spPr>
        <p:txBody>
          <a:bodyPr/>
          <a:lstStyle/>
          <a:p>
            <a:r>
              <a:rPr lang="" altLang="en-US"/>
              <a:t>2.3. Kiến trúc tổng thể 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96950" y="2144395"/>
            <a:ext cx="3186430" cy="368490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926330" y="2852420"/>
            <a:ext cx="3432175" cy="297688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459230" y="5829300"/>
            <a:ext cx="2262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Cửa sổ ‘MainGui’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619115" y="5829300"/>
            <a:ext cx="2357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Cửa sổ “ServerGui”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2. Thiết kế ứng dụng 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7670" y="1320165"/>
            <a:ext cx="6160770" cy="452628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3340735" y="6064885"/>
            <a:ext cx="28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altLang="en-US" i="1"/>
              <a:t>Sơ đồ lớp 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3.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4. Đánh giá kết quả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495"/>
            <a:ext cx="8229600" cy="4832985"/>
          </a:xfrm>
        </p:spPr>
        <p:txBody>
          <a:bodyPr/>
          <a:lstStyle/>
          <a:p>
            <a:pPr marL="0" indent="0">
              <a:buNone/>
            </a:pPr>
            <a:r>
              <a:rPr lang="" altLang="en-US" sz="2000" b="1"/>
              <a:t>4</a:t>
            </a:r>
            <a:r>
              <a:rPr lang="en-US" sz="2000" b="1"/>
              <a:t>.1</a:t>
            </a:r>
            <a:r>
              <a:rPr lang="" altLang="en-US" sz="2000" b="1"/>
              <a:t>.</a:t>
            </a:r>
            <a:r>
              <a:rPr lang="en-US" sz="2000" b="1"/>
              <a:t> Kết quả đạt được:</a:t>
            </a:r>
          </a:p>
          <a:p>
            <a:pPr marL="0" indent="0">
              <a:buNone/>
            </a:pPr>
            <a:r>
              <a:rPr lang="en-US" sz="2000"/>
              <a:t>- </a:t>
            </a:r>
            <a:r>
              <a:rPr lang="" altLang="en-US" sz="2000"/>
              <a:t>K</a:t>
            </a:r>
            <a:r>
              <a:rPr lang="en-US" sz="2000"/>
              <a:t>ết hợp giữa client-server cho việc quản lí các user và P2P cho việc trò chuyện giữa hai người dùng với nhau.</a:t>
            </a:r>
          </a:p>
          <a:p>
            <a:pPr marL="0" indent="0">
              <a:buNone/>
            </a:pPr>
            <a:r>
              <a:rPr lang="" altLang="en-US" sz="2000"/>
              <a:t>- Các t</a:t>
            </a:r>
            <a:r>
              <a:rPr lang="en-US" sz="2000"/>
              <a:t>ính năng đơn giản như: trò chuyện riêng giữa hai người dùng, một lúc đồng thời trò chuyện với nhiều người dùng, gửi tập tin trong quá trình trò chuyện.</a:t>
            </a:r>
          </a:p>
          <a:p>
            <a:pPr marL="0" indent="0">
              <a:buNone/>
            </a:pPr>
            <a:r>
              <a:rPr lang="" altLang="en-US" sz="2000"/>
              <a:t>- </a:t>
            </a:r>
            <a:r>
              <a:rPr lang="en-US" sz="2000"/>
              <a:t>Ứng dụng có tính năng mở rộng: chat nhóm, cuộc trò chuyện với nhiều người cùng tham gia.</a:t>
            </a:r>
          </a:p>
          <a:p>
            <a:pPr marL="0" indent="0">
              <a:buNone/>
            </a:pPr>
            <a:r>
              <a:rPr lang="en-US" sz="2000"/>
              <a:t>- Link source code:</a:t>
            </a:r>
            <a:r>
              <a:rPr lang="en-US" sz="2000">
                <a:hlinkClick r:id="rId2" action="ppaction://hlinkfile"/>
              </a:rPr>
              <a:t> https://tinyurl.com/y3833rub</a:t>
            </a:r>
          </a:p>
          <a:p>
            <a:pPr marL="0" indent="0">
              <a:buNone/>
            </a:pPr>
            <a:endParaRPr lang="en-US" sz="2000" b="1">
              <a:hlinkClick r:id="rId2" action="ppaction://hlinkfile"/>
            </a:endParaRPr>
          </a:p>
          <a:p>
            <a:pPr marL="0" indent="0">
              <a:buNone/>
            </a:pPr>
            <a:r>
              <a:rPr lang="en-US" sz="2000" b="1"/>
              <a:t>5.2.  Những điều chưa đạt được:</a:t>
            </a:r>
          </a:p>
          <a:p>
            <a:pPr marL="0" indent="0">
              <a:buNone/>
            </a:pPr>
            <a:r>
              <a:rPr lang="en-US" sz="2000"/>
              <a:t>- Mã nguồn còn chưa tối ưu cho ứng dụng.</a:t>
            </a:r>
          </a:p>
          <a:p>
            <a:pPr marL="0" indent="0">
              <a:buNone/>
            </a:pPr>
            <a:r>
              <a:rPr lang="en-US" sz="2000"/>
              <a:t>- Ứng dụng còn có thể thêm các tính năng như: gọi video...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" altLang="en-US"/>
              <a:t>5. Tài liệu tham khảo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860"/>
            <a:ext cx="8229600" cy="4525963"/>
          </a:xfrm>
        </p:spPr>
        <p:txBody>
          <a:bodyPr/>
          <a:lstStyle/>
          <a:p>
            <a:r>
              <a:rPr lang="en-US" sz="1800"/>
              <a:t>[1] Jim Kurose, Keith Ross, COMPUTER NETWORKING - A Top-Down Approach, New York: Addison-Wesley, 2013. </a:t>
            </a:r>
          </a:p>
          <a:p>
            <a:r>
              <a:rPr lang="en-US" sz="1800"/>
              <a:t>[2] G. Coder, “GP Coder,” Kiến thức, 26 03 2018. [Trực tuyến]. Available: https://bit.ly/36C42WP. [Đã truy cập 28 10 2019].</a:t>
            </a:r>
          </a:p>
          <a:p>
            <a:r>
              <a:rPr lang="en-US" sz="1800"/>
              <a:t>[3] S. Barua, “geeksforgeeks.org,” webSite, [Trực tuyến]. Available: https://bit.ly/33ksLNq. [Đã truy cập 28 10 2019].</a:t>
            </a:r>
          </a:p>
          <a:p>
            <a:r>
              <a:rPr lang="en-US" sz="1800"/>
              <a:t>[4] N. L. D. Lai, Computer Networks Lecture, Ho Chi Minh, 2016. </a:t>
            </a:r>
          </a:p>
          <a:p>
            <a:r>
              <a:rPr lang="en-US" sz="1800"/>
              <a:t>[5] 	JimOnDemand, “fullstackmastery.com,” [Trực tuyến]. Available: https://fullstackmastery.com/courses/MUC. [Đã truy cập 29 10 2019].</a:t>
            </a:r>
          </a:p>
          <a:p>
            <a:r>
              <a:rPr lang="en-US" sz="1800"/>
              <a:t>[6] 	A. Tech, “Youtube,” Chanel, 22 10 2017. [Trực tuyến]. Available: https://www.youtube.com/watch?v=8lXI4YIIR9k. [Đã truy cập 2 11 2019].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</TotalTime>
  <Words>620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Default Design</vt:lpstr>
      <vt:lpstr>  ĐẠI HỌC QUỐC GIA THÀNH PHỐ HỒ CHÍ MINH ĐẠI HỌC BÁCH KHOA KHOA KHOA HỌC VÀ KỸ THUẬT MÁY TÍNH</vt:lpstr>
      <vt:lpstr>PowerPoint Presentation</vt:lpstr>
      <vt:lpstr>NỘI DUNG</vt:lpstr>
      <vt:lpstr>1. Giới thiệu </vt:lpstr>
      <vt:lpstr>1. Giới thiệu </vt:lpstr>
      <vt:lpstr>1. Giới thiệu </vt:lpstr>
      <vt:lpstr>1. Giới thiệu </vt:lpstr>
      <vt:lpstr>2. Thiết kế ứng dụng </vt:lpstr>
      <vt:lpstr>2. Thiết kế ứng dụng </vt:lpstr>
      <vt:lpstr>2. Thiết kế ứng dụng </vt:lpstr>
      <vt:lpstr>3. Demo</vt:lpstr>
      <vt:lpstr>4. Đánh giá kết quả </vt:lpstr>
      <vt:lpstr>5. Tài liệu tham khảo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Font chữ Tahoma</dc:title>
  <dc:creator>Windows User</dc:creator>
  <cp:lastModifiedBy>Nam Nguyen</cp:lastModifiedBy>
  <cp:revision>447</cp:revision>
  <dcterms:created xsi:type="dcterms:W3CDTF">2019-11-06T03:04:04Z</dcterms:created>
  <dcterms:modified xsi:type="dcterms:W3CDTF">2019-11-06T03:20:03Z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